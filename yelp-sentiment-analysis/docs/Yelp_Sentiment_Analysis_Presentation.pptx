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Sentiment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Analyzing Customer Reviews from Yelp</a:t>
            </a:r>
            <a:br/>
            <a:br/>
            <a:r>
              <a:t>Group 5: Esbeide Ibarra, Joel Garza, Nhat Nam Khanh Nguyen</a:t>
            </a:r>
            <a:br/>
            <a:r>
              <a:t>Professor: Viswanatha Rao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🔴 Challenge: Businesses receive thousands of customer reviews monthly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❓ Question: How can we automatically understand customer sentiment?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⏱️  Issue: Manual review analysis is time-consuming (~1 hour per 100 reviews)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💡 Opportunity: Build an ML system to classify sentiment automatically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💰 Impact: Save 20+ hours/month + identify key satisfaction drivers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Why Does This Matter?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✅ Triage Negative Reviews: Auto-flag 1-2 star reviews for urgent response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📊 Track Trends: Monitor monthly sentiment score to measure improvement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🎯 Target Marketing: Extract positive keywords for campaigns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🔍 Root Cause Analysis: Identify common complaints across restaurants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⚡ Real-time Response: Respond to critical feedback within hours, not days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Our Dataset: Yelp Reviews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📊 Source: Hugging Face yelp_review_full (650,000+ reviews)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📝 Sample Used: 1,000 reviews for manageable training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🎯 Classes: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  • Negative (1-2 stars): 404 reviews - 40.4%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  • Positive (4-5 stars): 392 reviews - 39.2%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  • Neutral (3 stars): 204 reviews - 20.4%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📈 Train/Test Split: 80% (800) / 20% (200)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Our Approach: TF-IDF +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1️⃣  Preprocessing: Lowercase, remove URLs, tokenize, lemmatize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2️⃣  Feature Extraction: Convert text to 5,000 TF-IDF features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3️⃣  Model Training: Train two models for comparison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  • Logistic Regression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  • Multinomial Naive Bayes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4️⃣  Evaluation: Test on unseen data with multiple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5️⃣  Prediction: Classify new reviews as Positive/Negative/Neutral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Two Models Trained &amp; Compared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A02C"/>
                </a:solidFill>
              </a:defRPr>
            </a:pPr>
            <a:r>
              <a:t>Logistic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✓ Interpretable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✓ Fast training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Accuracy: 67.5%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Precision: 54.2%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Recall: 67.5%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F1-Score: 60.1%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62728"/>
                </a:solidFill>
              </a:defRPr>
            </a:pPr>
            <a:r>
              <a:t>Naive Bayes (Best)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3931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✓ Very fast (0.02 sec)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✓ Competitive accuracy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Accuracy: 68.0% 🏆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Precision: 54.1%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Recall: 68.0%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F1-Score: 60.2%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What Worked Well 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🟢 Positive Reviews: 86% correctly identified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  → Model easily recognizes 'great', 'excellent', 'amazing'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🔴 Negative Reviews: 86% correctly identified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  → Model easily recognizes 'terrible', 'bad', 'disappointing'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⚡ Fast Training: Naive Bayes trained in 0.02 seconds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📊 Clear Separation: Strong vs. weak sentiments naturally separable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✅ Overall Accuracy: 68% on completely unseen test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The Challenge: Neutral Class 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🟡 Neutral Reviews (3 stars): 0% accuracy (all 41 samples misclassified)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❌ Why?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  1. Class Imbalance: Only 204 neutral vs 400+ positive/negative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  2. Ambiguous Language: '3-star' reviews mix good &amp; bad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  3. TF-IDF Limitation: Can't understand context ('good food, bad service')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📌 Root Cause: When training data has fewer examples, model defaults to common classes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💡 Silver Lining: This is a real, documented problem—not a bug, it's insight!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Real Examples: Successes vs.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A02C"/>
                </a:solidFill>
              </a:defRPr>
            </a:pPr>
            <a:r>
              <a:t>✅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Text: "Love this place! Best restaurant in town."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Predicted: POSITIVE ✓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Confidence: 92%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Text: "Terrible experience. Cold food, rude staff."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Predicted: NEGATIVE ✓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Confidence: 87%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62728"/>
                </a:solidFill>
              </a:defRPr>
            </a:pPr>
            <a:r>
              <a:t>❌ FAILURE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3931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Text: "Nice place, but food quality is mediocre."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Actual: NEUTRAL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Predicted: POSITIVE ✗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Confidence: 72%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[All 41 neutral reviews misclassified]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Key Learnings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🧠 Text Preprocessing Matters: Lemmatization + stopwords = big accuracy boost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🎯 Simple Models Work: Naive Bayes competitive with complex methods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⚖️  Class Imbalance is Real: Minority classes get ignored by default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📚 TF-IDF Limitations: Ignores word order, context, sarcasm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✍️  Honest Analysis &gt; Perfect Metrics: Understanding failures is valuable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Next Steps: 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🔧 Quick Wins: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  → Use SMOTE to balance classes (could reach 70-72% accuracy)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  → Implement class weights in model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🚀 Advanced: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  → BERT Transformers: Understand context &amp; sarcasm (75%+ accuracy)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  → Aspect-Based Sentiment: Separate scores for food/service/ambiance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  → Collect more neutral examples: Better train the minority class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📈 Production: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  → Deploy with confidence thresholds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  → Build API for business integration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68% Accuracy • Strong Foundation • Clear Path Forward</a:t>
            </a:r>
            <a:br/>
            <a:br/>
            <a:r>
              <a:t>Repository: github.com/[group5]/yelp-sentiment-analysis</a:t>
            </a:r>
            <a:br/>
            <a:r>
              <a:t>Thanks to Professor Viswanatha Rao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